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 anchor="t" lIns="73152" rIns="7315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17365D"/>
                </a:solidFill>
                <a:latin typeface="Arial"/>
              </a:rPr>
              <a:t>B.Tech. BCSE497J - Project-I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17365D"/>
                </a:solidFill>
                <a:latin typeface="Arial"/>
              </a:rPr>
              <a:t>SHAP-GUIDED DRIFT DIAGNOSIS FOR ADAPTIVE ANOMALY DETECTION IN AWS CLOUDTRAIL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Team member: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SANIDHYA BHANDARI (23BCT0029)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Faculty guide: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Dr. Badrinath N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Review 3 | 28 October 2026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>
            <a:norm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17365D"/>
                </a:solidFill>
                <a:latin typeface="Arial"/>
              </a:rPr>
              <a:t>Project Direction and Current Scope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</a:t>
            </a:r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The project direction has been narrowed from general cloud remediation to a reproducible research study.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Scope now includes: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- real CloudTrail drift observation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- SHAP-guided diagnosis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- protected adaptation evaluation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- external transfer checking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The primary corpus is unlabeled, so real-data results are observational.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3</a:t>
            </a:r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To develop and evaluate a label-free drift diagnosis protocol that combines feature-distribution drift with SHAP-attribution drift, so an unsupervised AWS CloudTrail detector can adapt selectively without treating every behavioural change as a security incident.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4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Cloud behaviour changes over time because of new services, regions, identities, and automation.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This project studies whether feature drift and SHAP-attribution drift provide complementary evidence for deciding when adaptation is justified.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Dataset: 1,939,207 records | 45 monthly windows | no attack labels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Evaluation: controlled semi-synthetic benchmark plus independent temporal checkpoint.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5</a:t>
            </a:r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Established building blocks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• Isolation Forest for unsupervised anomaly scoring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• SHAP for model-level feature attribution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• Unlabeled drift detection and normality shift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• Drift-type-aware and selective adaptation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• CloudTrail and security monitoring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Closest gap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7291F"/>
                </a:solidFill>
                <a:latin typeface="Arial"/>
              </a:rPr>
              <a:t>Existing work does not establish a CloudTrail-specific evaluation of whether changed features are also driving changed detector attributions before adaptation.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6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A feature alarm only tells us that the observed distribution changed. It does not tell us whether the detector's decision logic changed in a security-relevant way.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Contribution: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1. CloudTrail-specific real-data drift protocol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2. Explicit separation of observational and controlled evidence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3. Attribution-feature coupling score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4. Protected adaptation and unnecessary-adaptation measurement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5. Label-free transfer calibration, reported separately from source-tuned thresholds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Objectives and Expected Outcome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1. Audit the real corpus and its temporal limitations.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2. Build a chronological 27 / 9 / 9 train-validation-test protocol.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3. Validate Isolation Forest and TreeSHAP behaviour.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4. Measure feature drift, SHAP drift, and coupling.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5. Compare static, periodic, feature-only, SHAP-only, dual, and coupled policies.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6. Report robustness, uncertainty, external transfer, and limitations.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SDG relevance: SDG 9 (resilient digital infrastructure) and SDG 16 (secure institutions).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Outcome: capstone research prototype, report, reproducible code, and journal-ready evidence package.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Framework / Architecture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Source audit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Monthly windows and train-only encoding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Isolation Forest anomaly scores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TreeSHAP attribution distributions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Feature drift + SHAP drift + coupling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Diagnosis: stable / benign / security-relevant / review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Protected adaptation simulation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      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Metrics, uncertainty, and reporting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Functional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Read-only dataset audit and manifest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Chronological temporal split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Train-only feature encoding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Isolation Forest scoring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SHAP additivity validation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Feature, SHAP, and coupling drift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Validation-only threshold tuning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Protected retraining comparison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Safety and research constraints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No attack labels used by the detector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No production AWS/IAM enforcement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Real-data claims remain observational</a:t>
            </a: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1. Dataset audit and temporal protocol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2. Event feature representation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3. Isolation Forest baseline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4. SHAP explanation validation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5. Feature and attribution drift monitoring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6. Attribution-feature coupling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7. Controlled diagnosis benchmark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8. Protected adaptation controller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9. Robustness and cost sensitivity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10. Independent external validation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11. Reproducible reports and artifacts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11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daptation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57784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691640"/>
            <a:ext cx="4983480" cy="4114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Verified results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Controlled diagnosis macro-F1: 0.7306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Dual vs static FPR difference: -0.0885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Dual vs static F1 difference: -0.0028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Unnecessary adaptation: 0.0000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Coupling was neutral in the controlled benchmark. Source-tuned external coupling had F1 0.1818; label-free largest-gap calibration reached F1 1.0000 on the small 12-window checkpoint.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217920" cy="4069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12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Conclusion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The project demonstrates a reproducible way to separate real-data drift observation from controlled diagnosis and adaptation evidence. Feature and attribution signals reduce unnecessary retraining in the defined benchmark, but the coupling extension is not universally superior.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Future work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Multi-period external temporal validation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Larger and more diverse perturbation families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Independent post-adaptation recovery evaluation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Human completion of PRISMA screening and risk-of-bias assessment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Supervisor review and venue-specific formatting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17365D"/>
                </a:solidFill>
                <a:latin typeface="Arial"/>
              </a:rPr>
              <a:t>Outcome Achieved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13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Completed technical outcome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Reproducible CloudTrail drift-diagnosis pipeline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Isolation Forest + TreeSHAP validation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Attribution-feature coupling implementation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Controlled benchmark and adaptation comparison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Independent detector and temporal transfer checks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28 automated tests passing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• Research report, literature matrix, and GitHub repository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Journal outcome status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>
                <a:solidFill>
                  <a:srgbClr val="37291F"/>
                </a:solidFill>
                <a:latin typeface="Arial"/>
              </a:rPr>
              <a:t>A research prototype and manuscript-ready evidence package are complete. Q1/Q2 acceptance is not guaranteed; human PRISMA review and stronger independent validation remain.</a:t>
            </a:r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73152" rIns="73152" rtlCol="0" anchor="t">
            <a:spAutoFit/>
          </a:bodyPr>
          <a:lstStyle/>
          <a:p>
            <a:pPr marL="486409" algn="l">
              <a:lnSpc>
                <a:spcPct val="105000"/>
              </a:lnSpc>
              <a:spcBef>
                <a:spcPts val="130"/>
              </a:spcBef>
              <a:spcAft>
                <a:spcPts val="400"/>
              </a:spcAft>
            </a:pPr>
            <a:r>
              <a:rPr sz="2200" b="1">
                <a:solidFill>
                  <a:srgbClr val="17365D"/>
                </a:solidFill>
                <a:latin typeface="Arial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3152" rIns="73152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 algn="l">
              <a:lnSpc>
                <a:spcPct val="105000"/>
              </a:lnSpc>
              <a:spcBef>
                <a:spcPct val="0"/>
              </a:spcBef>
              <a:spcAft>
                <a:spcPts val="400"/>
              </a:spcAft>
              <a:buNone/>
            </a:pPr>
            <a:r>
              <a:rPr sz="1500" b="0">
                <a:solidFill>
                  <a:srgbClr val="37291F"/>
                </a:solidFill>
                <a:latin typeface="Arial"/>
              </a:rPr>
              <a:t>[1] Liu, Ting and Zhou, "Isolation Forest," IEEE ICDM, 2008.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[2] Lundberg and Lee, "A unified approach to interpreting model predictions," NeurIPS, 2017.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[3] Sethi and Kantardzic, "Reliable detection of concept drift from streaming unlabeled data," ESWA, 2017.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[4] Kuppa and Le-Khac, "Learn to adapt: Robust drift detection in security domain," CEE,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[5] Han et al., "Anomaly detection in the open world: Normality shift detection, explanation and adaptation," NDSS, 2023.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[6] Lee et al., "Explainable AI-based model drift detection," CMC, 2023.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[7] Varma and Ramya, "Explainable ML for AWS CloudTrail logs," ICNGN,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[8] AWS, CloudTrail and feature attribution drift documentation.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37291F"/>
                </a:solidFill>
                <a:latin typeface="Arial"/>
              </a:rPr>
              <a:t>Full references and verification links are included in the report and repository.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t" lIns="73152" rIns="73152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28/10/26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t" lIns="73152" rIns="73152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 lIns="73152" rIns="73152"/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706866"/>
                </a:solidFill>
                <a:latin typeface="Arial"/>
              </a:rPr>
              <a:t>14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